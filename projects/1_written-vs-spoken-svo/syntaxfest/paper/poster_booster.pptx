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4"/>
  </p:sldMasterIdLst>
  <p:notesMasterIdLst>
    <p:notesMasterId r:id="rId6"/>
  </p:notesMasterIdLst>
  <p:sldIdLst>
    <p:sldId id="51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10E4221-6F06-64E5-5214-772388C857B5}" name="Elizabeth Feldbruegge (ALLEGIS GROUP HOLDINGS INC)" initials="" userId="S::v-felizabeth@microsoft.com::ba5aea11-28e4-484d-8e49-c15efb1bd2e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41E26"/>
    <a:srgbClr val="FAF7F0"/>
    <a:srgbClr val="E9F2F9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222EC1-C529-445B-A203-BD8FC04CF3C0}" v="12" dt="2025-08-20T11:23:05.098"/>
  </p1510:revLst>
</p1510:revInfo>
</file>

<file path=ppt/tableStyles.xml><?xml version="1.0" encoding="utf-8"?>
<a:tblStyleLst xmlns:a="http://schemas.openxmlformats.org/drawingml/2006/main" def="{7E9639D4-E3E2-4D34-9284-5A2195B3D0D7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97" autoAdjust="0"/>
    <p:restoredTop sz="94609" autoAdjust="0"/>
  </p:normalViewPr>
  <p:slideViewPr>
    <p:cSldViewPr snapToGrid="0" showGuides="1">
      <p:cViewPr varScale="1">
        <p:scale>
          <a:sx n="76" d="100"/>
          <a:sy n="76" d="100"/>
        </p:scale>
        <p:origin x="132" y="11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517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üll, Nives" userId="f5ec71f0-200c-4ee6-9d7d-f9279269885c" providerId="ADAL" clId="{25222EC1-C529-445B-A203-BD8FC04CF3C0}"/>
    <pc:docChg chg="undo custSel modSld">
      <pc:chgData name="Hüll, Nives" userId="f5ec71f0-200c-4ee6-9d7d-f9279269885c" providerId="ADAL" clId="{25222EC1-C529-445B-A203-BD8FC04CF3C0}" dt="2025-08-20T11:27:15.237" v="47" actId="20577"/>
      <pc:docMkLst>
        <pc:docMk/>
      </pc:docMkLst>
      <pc:sldChg chg="modSp mod">
        <pc:chgData name="Hüll, Nives" userId="f5ec71f0-200c-4ee6-9d7d-f9279269885c" providerId="ADAL" clId="{25222EC1-C529-445B-A203-BD8FC04CF3C0}" dt="2025-08-20T11:27:15.237" v="47" actId="20577"/>
        <pc:sldMkLst>
          <pc:docMk/>
          <pc:sldMk cId="404486894" sldId="517"/>
        </pc:sldMkLst>
        <pc:spChg chg="mod">
          <ac:chgData name="Hüll, Nives" userId="f5ec71f0-200c-4ee6-9d7d-f9279269885c" providerId="ADAL" clId="{25222EC1-C529-445B-A203-BD8FC04CF3C0}" dt="2025-08-20T11:27:15.237" v="47" actId="20577"/>
          <ac:spMkLst>
            <pc:docMk/>
            <pc:sldMk cId="404486894" sldId="517"/>
            <ac:spMk id="3" creationId="{86DCCDBE-562D-7357-0474-2883F5EC234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6FA5EA-0E1E-4764-B5B7-A47DCC3A898E}" type="datetimeFigureOut">
              <a:rPr lang="en-US" smtClean="0"/>
              <a:t>8/19/2025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C6B470-179D-4B95-8906-D61C195EFD6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5552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t>8/19/2025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38AEC68-8734-EA5D-0CB2-9591B3A21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DFFF1FC-CDE9-3B47-D073-3394D4D035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4389120"/>
            <a:ext cx="9288096" cy="1435331"/>
          </a:xfrm>
        </p:spPr>
        <p:txBody>
          <a:bodyPr anchor="b" anchorCtr="0">
            <a:normAutofit/>
          </a:bodyPr>
          <a:lstStyle>
            <a:lvl1pPr marL="0" indent="0" algn="l">
              <a:lnSpc>
                <a:spcPct val="12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F83D70-91AA-429A-BD57-1CB6792B30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8136" y="1078030"/>
            <a:ext cx="9288096" cy="2956718"/>
          </a:xfrm>
        </p:spPr>
        <p:txBody>
          <a:bodyPr anchor="t">
            <a:noAutofit/>
          </a:bodyPr>
          <a:lstStyle>
            <a:lvl1pPr algn="l">
              <a:defRPr sz="66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7761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t>8/19/2025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6DF8F99-9559-4D6A-CBFA-042739C381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49927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C1F8589-B640-4540-D0AD-2B0461CD3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387805" y="5749927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9576" y="5340096"/>
            <a:ext cx="9930384" cy="566928"/>
          </a:xfrm>
        </p:spPr>
        <p:txBody>
          <a:bodyPr anchor="b" anchorCtr="0">
            <a:normAutofit/>
          </a:bodyPr>
          <a:lstStyle>
            <a:lvl1pPr marL="0" indent="0" algn="r">
              <a:lnSpc>
                <a:spcPct val="12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F83D70-91AA-429A-BD57-1CB6792B30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296" y="64008"/>
            <a:ext cx="12015216" cy="5120640"/>
          </a:xfrm>
        </p:spPr>
        <p:txBody>
          <a:bodyPr anchor="t">
            <a:noAutofit/>
          </a:bodyPr>
          <a:lstStyle>
            <a:lvl1pPr algn="l">
              <a:defRPr sz="110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0601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t>8/19/2025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9576" y="5340096"/>
            <a:ext cx="9930384" cy="566928"/>
          </a:xfrm>
        </p:spPr>
        <p:txBody>
          <a:bodyPr anchor="b" anchorCtr="0">
            <a:normAutofit/>
          </a:bodyPr>
          <a:lstStyle>
            <a:lvl1pPr marL="0" indent="0" algn="r">
              <a:lnSpc>
                <a:spcPct val="12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F83D70-91AA-429A-BD57-1CB6792B30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8136" y="1088136"/>
            <a:ext cx="10058400" cy="4023360"/>
          </a:xfrm>
        </p:spPr>
        <p:txBody>
          <a:bodyPr anchor="t">
            <a:noAutofit/>
          </a:bodyPr>
          <a:lstStyle>
            <a:lvl1pPr algn="l">
              <a:defRPr sz="80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3612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BAD28B-DD56-4B56-883A-96608C765E28}" type="datetimeFigureOut">
              <a:rPr lang="en-US" smtClean="0"/>
              <a:pPr/>
              <a:t>8/19/2025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6DF8F99-9559-4D6A-CBFA-042739C381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49927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64158DF-756B-260C-69DA-D76C163B7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387805" y="5749927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9576" y="5340096"/>
            <a:ext cx="9930384" cy="566928"/>
          </a:xfrm>
        </p:spPr>
        <p:txBody>
          <a:bodyPr anchor="b" anchorCtr="0">
            <a:normAutofit/>
          </a:bodyPr>
          <a:lstStyle>
            <a:lvl1pPr marL="0" indent="0" algn="r">
              <a:lnSpc>
                <a:spcPct val="12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F83D70-91AA-429A-BD57-1CB6792B30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296" y="64008"/>
            <a:ext cx="12015216" cy="5120640"/>
          </a:xfrm>
        </p:spPr>
        <p:txBody>
          <a:bodyPr anchor="t">
            <a:noAutofit/>
          </a:bodyPr>
          <a:lstStyle>
            <a:lvl1pPr algn="l">
              <a:defRPr sz="115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8614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39070-70D2-4DD1-A439-155343FE2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t>8/19/2025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1AB30-CD74-471D-9FA6-ADC0C901E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137C4-F19E-4521-8DCB-4E0CF9CA3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98C4F-4BF6-47CF-ABEE-2B12748C4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3EE2F5-9D3C-4BE7-9AD5-335B31CF2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3482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08851-4DCC-447C-828A-5F7E66F76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t>8/19/2025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94542-CAEF-4D6C-BE6A-BC100F05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BDE40-8468-4051-9703-B751608AA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60C51B-B525-4032-9D08-2978D7367B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0939" y="4572000"/>
            <a:ext cx="9272262" cy="1320801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48007D-9B1D-4E2C-B38F-29C682099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099127"/>
            <a:ext cx="9272260" cy="3472874"/>
          </a:xfrm>
        </p:spPr>
        <p:txBody>
          <a:bodyPr anchor="t">
            <a:normAutofit/>
          </a:bodyPr>
          <a:lstStyle>
            <a:lvl1pPr>
              <a:defRPr sz="40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0778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E2D9F-1FCE-4A1C-996E-DB05777A8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t>8/19/2025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29E05-3F6C-40BF-9324-118588B6C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BE013-C5C0-4CBD-982E-36F037F73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D9A26-86F1-4817-B243-4DE63B4F18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2185" y="2440568"/>
            <a:ext cx="4841505" cy="38012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4BF9B-EA16-48C8-96B9-7A66051BE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40568"/>
            <a:ext cx="4806002" cy="38012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6BF7AE-3892-4896-8C15-7A35A41EF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6"/>
            <a:ext cx="9890066" cy="129422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1655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5AE694-5CA0-48DA-90D3-EC42BD1D8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t>8/19/2025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40A80D-4CCB-4899-9E1D-A5967F4E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753A9D-469A-4ED9-99A1-7E4B115F8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ECBFE-C62C-471B-BFE4-1272EAC34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2088" y="2825791"/>
            <a:ext cx="4816475" cy="3363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8D60D5-0F83-46CB-92F3-849FC08E6E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5482" y="2825791"/>
            <a:ext cx="4824913" cy="3363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10AFC6-F407-4F35-BD37-B32F9B403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5482" y="1923190"/>
            <a:ext cx="4824913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22A77-C134-4857-83E5-51217D3C2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2088" y="1923190"/>
            <a:ext cx="4816475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BED885-5FE5-4407-BE4D-FAD01C40A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084333"/>
            <a:ext cx="9949455" cy="8388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9532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B8A8D1-71AD-4F9F-B393-9EED83FEF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t>8/19/2025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E36922-9A4C-453D-9B70-0C3A70281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5AAEF2-65DC-4E28-9AA4-5115ACB07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87C91E-0A11-4E5D-9B8D-5316E73A2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7476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48B02B-A32A-4383-BBC7-0C383390A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t>8/19/2025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FF7E77-47E0-4F9E-9148-8D0C59C0C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8005A2-ECF0-4759-A17B-FDECE8068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046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7B902-09B5-4324-8310-59625360F035}" type="datetime1">
              <a:rPr lang="en-US" smtClean="0"/>
              <a:t>8/19/2025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4754880"/>
            <a:ext cx="6655522" cy="1545336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8136" y="1088136"/>
            <a:ext cx="7478991" cy="3635797"/>
          </a:xfrm>
        </p:spPr>
        <p:txBody>
          <a:bodyPr anchor="t">
            <a:normAutofit/>
          </a:bodyPr>
          <a:lstStyle>
            <a:lvl1pPr algn="l">
              <a:defRPr sz="66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09910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4FAA61B-AD43-37CB-7EE0-96C95C0CAE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-6626" y="4965465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2DA3032-68CE-D997-667C-4C5C01E41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t>8/19/2025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099C91B-9803-3812-63A6-5705DB9FE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C835D02-A0E8-5346-DE23-09C497D78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99E3101-0B78-A7AE-A693-73443263E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6626" y="4965465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5303520"/>
            <a:ext cx="7375466" cy="101498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8136" y="1689379"/>
            <a:ext cx="7876287" cy="3592629"/>
          </a:xfrm>
        </p:spPr>
        <p:txBody>
          <a:bodyPr anchor="b">
            <a:normAutofit/>
          </a:bodyPr>
          <a:lstStyle>
            <a:lvl1pPr algn="l">
              <a:defRPr sz="66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6749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19A73-9EF0-435E-951F-A4ACE59FBD85}" type="datetime1">
              <a:rPr lang="en-US" smtClean="0"/>
              <a:t>8/19/2025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2E6B14D-48CB-3652-5FBF-557B0DB0C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2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AD4D6D7-11EB-6F96-7D58-6B23532291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387805" y="57152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13955" y="4462552"/>
            <a:ext cx="7588155" cy="1414091"/>
          </a:xfrm>
        </p:spPr>
        <p:txBody>
          <a:bodyPr anchor="b" anchorCtr="0"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296" y="64008"/>
            <a:ext cx="8229600" cy="2621154"/>
          </a:xfrm>
        </p:spPr>
        <p:txBody>
          <a:bodyPr anchor="t" anchorCtr="0">
            <a:normAutofit/>
          </a:bodyPr>
          <a:lstStyle>
            <a:lvl1pPr algn="l">
              <a:defRPr sz="66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51881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72BE8CE-6011-4887-8688-8D57691F11AD}" type="datetime1">
              <a:rPr lang="en-US" smtClean="0"/>
              <a:t>8/19/2025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D0C16E3-4EC4-7D48-1FD4-C751F2A07E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7152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89C9269-15FA-0C1F-81E1-EA0500B76B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57152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4986425"/>
          </a:xfrm>
          <a:blipFill dpi="0" rotWithShape="1">
            <a:blip r:embed="rId2" cstate="screen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5972629"/>
            <a:ext cx="10835350" cy="480373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8136" y="5165778"/>
            <a:ext cx="10835350" cy="786384"/>
          </a:xfrm>
        </p:spPr>
        <p:txBody>
          <a:bodyPr anchor="b">
            <a:normAutofit/>
          </a:bodyPr>
          <a:lstStyle>
            <a:lvl1pPr algn="l">
              <a:defRPr sz="40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42589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49440" y="6453002"/>
            <a:ext cx="170762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86426EA-0386-4881-8D6D-3F08C95C4A7F}" type="datetime1">
              <a:rPr lang="en-US" smtClean="0"/>
              <a:t>8/19/2025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CF4E8FB-1487-C91A-B047-A4CCEDA8D8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2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3D24704-92A7-FF08-2944-DFFAEC746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387805" y="57152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584950" cy="6858000"/>
          </a:xfrm>
          <a:blipFill dpi="0" rotWithShape="1">
            <a:blip r:embed="rId2" cstate="screen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49438" y="4663440"/>
            <a:ext cx="4146281" cy="1184585"/>
          </a:xfrm>
        </p:spPr>
        <p:txBody>
          <a:bodyPr anchor="b" anchorCtr="0">
            <a:normAutofit/>
          </a:bodyPr>
          <a:lstStyle>
            <a:lvl1pPr marL="0" indent="0" algn="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49439" y="1088136"/>
            <a:ext cx="4146281" cy="3475236"/>
          </a:xfrm>
        </p:spPr>
        <p:txBody>
          <a:bodyPr anchor="b" anchorCtr="0">
            <a:noAutofit/>
          </a:bodyPr>
          <a:lstStyle>
            <a:lvl1pPr algn="r"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4127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7160" y="6453002"/>
            <a:ext cx="1951777" cy="365125"/>
          </a:xfrm>
        </p:spPr>
        <p:txBody>
          <a:bodyPr/>
          <a:lstStyle/>
          <a:p>
            <a:fld id="{1FE1A989-42EF-40B2-87AB-6941C231CD4A}" type="datetime1">
              <a:rPr lang="en-US" smtClean="0"/>
              <a:t>8/19/2025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88937" y="6453002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44578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96128" y="0"/>
            <a:ext cx="6595872" cy="6858000"/>
          </a:xfrm>
          <a:blipFill dpi="0" rotWithShape="1">
            <a:blip r:embed="rId2" cstate="screen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8136" y="1088136"/>
            <a:ext cx="4206240" cy="3739896"/>
          </a:xfrm>
        </p:spPr>
        <p:txBody>
          <a:bodyPr anchor="t">
            <a:normAutofit/>
          </a:bodyPr>
          <a:lstStyle>
            <a:lvl1pPr algn="l"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62197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2A7A0-B9EE-41A8-8016-28E5803F20B2}" type="datetime1">
              <a:rPr lang="en-US" smtClean="0"/>
              <a:t>8/19/2025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1014984"/>
            <a:ext cx="7772400" cy="594360"/>
          </a:xfrm>
        </p:spPr>
        <p:txBody>
          <a:bodyPr anchor="t">
            <a:normAutofit/>
          </a:bodyPr>
          <a:lstStyle>
            <a:lvl1pPr marL="0" indent="0" algn="l">
              <a:lnSpc>
                <a:spcPct val="12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8136" y="1664208"/>
            <a:ext cx="10570464" cy="4626864"/>
          </a:xfrm>
        </p:spPr>
        <p:txBody>
          <a:bodyPr anchor="b">
            <a:normAutofit/>
          </a:bodyPr>
          <a:lstStyle>
            <a:lvl1pPr algn="l">
              <a:defRPr sz="80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36161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0B404-9532-4DA8-8A40-EC339A5BE635}" type="datetime1">
              <a:rPr lang="en-US" smtClean="0"/>
              <a:t>8/19/2025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6" y="2651760"/>
            <a:ext cx="8467558" cy="3694176"/>
          </a:xfrm>
        </p:spPr>
        <p:txBody>
          <a:bodyPr>
            <a:normAutofit/>
          </a:bodyPr>
          <a:lstStyle>
            <a:lvl1pPr marL="342900" indent="-342900">
              <a:buFont typeface="System Font Regular"/>
              <a:buChar char="-"/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6"/>
            <a:ext cx="8467558" cy="1554480"/>
          </a:xfrm>
        </p:spPr>
        <p:txBody>
          <a:bodyPr anchor="t" anchorCtr="0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12174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0B404-9532-4DA8-8A40-EC339A5BE635}" type="datetime1">
              <a:rPr lang="en-US" smtClean="0"/>
              <a:t>8/19/2025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E4B52E79-E470-1B1A-EADF-94DA7253B32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15200" y="0"/>
            <a:ext cx="4876800" cy="6858000"/>
          </a:xfrm>
          <a:blipFill dpi="0" rotWithShape="1">
            <a:blip r:embed="rId2" cstate="screen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6" y="2651760"/>
            <a:ext cx="5749392" cy="3694176"/>
          </a:xfrm>
        </p:spPr>
        <p:txBody>
          <a:bodyPr>
            <a:normAutofit/>
          </a:bodyPr>
          <a:lstStyle>
            <a:lvl1pPr marL="342900" indent="-342900">
              <a:buFont typeface="System Font Regular"/>
              <a:buChar char="-"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6"/>
            <a:ext cx="5749392" cy="1554480"/>
          </a:xfrm>
        </p:spPr>
        <p:txBody>
          <a:bodyPr anchor="t" anchorCtr="0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14183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, Content 1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6A364-A39C-470E-B89A-9BD899585684}" type="datetime1">
              <a:rPr lang="en-US" smtClean="0"/>
              <a:t>8/19/2025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136" y="1463040"/>
            <a:ext cx="10789920" cy="48463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548640"/>
            <a:ext cx="10789920" cy="914400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6576926-0AFD-7055-19F8-9C7B8A99E740}"/>
              </a:ext>
            </a:extLst>
          </p:cNvPr>
          <p:cNvCxnSpPr>
            <a:cxnSpLocks/>
          </p:cNvCxnSpPr>
          <p:nvPr userDrawn="1"/>
        </p:nvCxnSpPr>
        <p:spPr>
          <a:xfrm>
            <a:off x="0" y="663705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9993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C69CE-4771-4BFA-AD70-0E51ABA58D6D}" type="datetime1">
              <a:rPr lang="en-US" smtClean="0"/>
              <a:t>8/19/2025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367091"/>
            <a:ext cx="11924209" cy="5852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</p:spPr>
        <p:txBody>
          <a:bodyPr anchor="ctr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706497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E4242-8CA0-457D-B3B1-7D78B4164321}" type="datetime1">
              <a:rPr lang="en-US" smtClean="0"/>
              <a:t>8/19/2025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690049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D6F41-6645-4089-A6BB-7B692A44A4CC}" type="datetime1">
              <a:rPr lang="en-US" smtClean="0"/>
              <a:t>8/19/2025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1088136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6"/>
            <a:ext cx="4325112" cy="245479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971767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B73AF-3955-4569-8B4F-B329360A9CBD}" type="datetime1">
              <a:rPr lang="en-US" smtClean="0"/>
              <a:t>8/19/2025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088136"/>
            <a:ext cx="4956175" cy="355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6"/>
            <a:ext cx="3813048" cy="355701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335615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5276D-BBED-48BC-B459-1E9A16CF46CD}" type="datetime1">
              <a:rPr lang="en-US" smtClean="0"/>
              <a:t>8/19/2025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088136"/>
            <a:ext cx="5681662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6"/>
            <a:ext cx="4145582" cy="4638825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42425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38C57-8E3B-4697-92F8-0ED9B71F7E17}" type="datetime1">
              <a:rPr lang="en-US" smtClean="0"/>
              <a:t>8/19/2025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1088136"/>
            <a:ext cx="6159500" cy="53908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6"/>
            <a:ext cx="4142232" cy="4940661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1253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DC593-EA98-4C39-A75F-3F3A9C691019}" type="datetime1">
              <a:rPr lang="en-US" smtClean="0"/>
              <a:t>8/19/2025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1C2A03E-063B-0399-48E7-04FD456A6A93}"/>
              </a:ext>
            </a:extLst>
          </p:cNvPr>
          <p:cNvCxnSpPr>
            <a:cxnSpLocks/>
          </p:cNvCxnSpPr>
          <p:nvPr/>
        </p:nvCxnSpPr>
        <p:spPr>
          <a:xfrm>
            <a:off x="0" y="663705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A87C6C2-2F35-2349-7733-859C0E7DDAFC}"/>
              </a:ext>
            </a:extLst>
          </p:cNvPr>
          <p:cNvCxnSpPr>
            <a:cxnSpLocks/>
          </p:cNvCxnSpPr>
          <p:nvPr userDrawn="1"/>
        </p:nvCxnSpPr>
        <p:spPr>
          <a:xfrm>
            <a:off x="0" y="663705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19040" y="548640"/>
            <a:ext cx="6959600" cy="5806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548640"/>
            <a:ext cx="3494314" cy="5719639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437224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538937" y="6453002"/>
            <a:ext cx="3337584" cy="365125"/>
          </a:xfrm>
        </p:spPr>
        <p:txBody>
          <a:bodyPr/>
          <a:lstStyle/>
          <a:p>
            <a:fld id="{8FACD271-2BB0-4C13-9E3A-50B90F57CA5B}" type="datetime1">
              <a:rPr lang="en-US" smtClean="0"/>
              <a:t>8/19/2025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090940" y="6389688"/>
            <a:ext cx="3474720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4877F01-A929-FA99-96D9-80A84DCCBBC1}"/>
              </a:ext>
            </a:extLst>
          </p:cNvPr>
          <p:cNvCxnSpPr>
            <a:cxnSpLocks/>
          </p:cNvCxnSpPr>
          <p:nvPr/>
        </p:nvCxnSpPr>
        <p:spPr>
          <a:xfrm>
            <a:off x="11387805" y="645776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83064DD-D4BF-D92B-903A-E30DDDC7B895}"/>
              </a:ext>
            </a:extLst>
          </p:cNvPr>
          <p:cNvCxnSpPr>
            <a:cxnSpLocks/>
          </p:cNvCxnSpPr>
          <p:nvPr userDrawn="1"/>
        </p:nvCxnSpPr>
        <p:spPr>
          <a:xfrm>
            <a:off x="11387805" y="645776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793885" cy="6858000"/>
          </a:xfrm>
          <a:blipFill dpi="0" rotWithShape="1">
            <a:blip r:embed="rId2" cstate="screen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12080" y="1828800"/>
            <a:ext cx="6071616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0" y="548640"/>
            <a:ext cx="6093225" cy="1143000"/>
          </a:xfrm>
        </p:spPr>
        <p:txBody>
          <a:bodyPr anchor="t" anchorCtr="0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367976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88136" y="6389688"/>
            <a:ext cx="914400" cy="365125"/>
          </a:xfrm>
        </p:spPr>
        <p:txBody>
          <a:bodyPr/>
          <a:lstStyle/>
          <a:p>
            <a:fld id="{9C4109C0-CC82-467C-B6E8-62D4D3634E2A}" type="datetime1">
              <a:rPr lang="en-US" smtClean="0"/>
              <a:t>8/19/2025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50591" y="6453002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706232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1DA2515-5AEE-9413-3515-A00204840354}"/>
              </a:ext>
            </a:extLst>
          </p:cNvPr>
          <p:cNvCxnSpPr>
            <a:cxnSpLocks/>
          </p:cNvCxnSpPr>
          <p:nvPr/>
        </p:nvCxnSpPr>
        <p:spPr>
          <a:xfrm>
            <a:off x="0" y="645776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D70FDFA-4030-887C-559C-1FADB47BC66E}"/>
              </a:ext>
            </a:extLst>
          </p:cNvPr>
          <p:cNvCxnSpPr>
            <a:cxnSpLocks/>
          </p:cNvCxnSpPr>
          <p:nvPr userDrawn="1"/>
        </p:nvCxnSpPr>
        <p:spPr>
          <a:xfrm>
            <a:off x="0" y="645776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00544" y="0"/>
            <a:ext cx="4791456" cy="6858000"/>
          </a:xfrm>
          <a:blipFill>
            <a:blip r:embed="rId2" cstate="screen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l="133" r="2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88136" y="1828800"/>
            <a:ext cx="6035040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548640"/>
            <a:ext cx="6035040" cy="1143000"/>
          </a:xfrm>
        </p:spPr>
        <p:txBody>
          <a:bodyPr anchor="t" anchorCtr="0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847986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745736" y="6453002"/>
            <a:ext cx="3494314" cy="365125"/>
          </a:xfrm>
        </p:spPr>
        <p:txBody>
          <a:bodyPr/>
          <a:lstStyle/>
          <a:p>
            <a:fld id="{1A5F77D0-C28E-4573-88F0-0A30FF98888E}" type="datetime1">
              <a:rPr lang="en-US" smtClean="0"/>
              <a:t>8/19/2025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090940" y="6389688"/>
            <a:ext cx="2651760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34EC6C7-7368-6B1B-8B75-3564428D23D7}"/>
              </a:ext>
            </a:extLst>
          </p:cNvPr>
          <p:cNvCxnSpPr>
            <a:cxnSpLocks/>
          </p:cNvCxnSpPr>
          <p:nvPr/>
        </p:nvCxnSpPr>
        <p:spPr>
          <a:xfrm>
            <a:off x="11387805" y="645776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142DC77-D245-134E-AF98-C98164AD00C5}"/>
              </a:ext>
            </a:extLst>
          </p:cNvPr>
          <p:cNvCxnSpPr>
            <a:cxnSpLocks/>
          </p:cNvCxnSpPr>
          <p:nvPr userDrawn="1"/>
        </p:nvCxnSpPr>
        <p:spPr>
          <a:xfrm>
            <a:off x="11387805" y="645776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023360" cy="6858000"/>
          </a:xfrm>
          <a:blipFill>
            <a:blip r:embed="rId2" cstate="screen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1554480"/>
            <a:ext cx="6858000" cy="48463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0" y="548640"/>
            <a:ext cx="6858000" cy="932688"/>
          </a:xfrm>
        </p:spPr>
        <p:txBody>
          <a:bodyPr anchor="t" anchorCtr="0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673737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88136" y="6391656"/>
            <a:ext cx="2743200" cy="365125"/>
          </a:xfrm>
        </p:spPr>
        <p:txBody>
          <a:bodyPr/>
          <a:lstStyle/>
          <a:p>
            <a:fld id="{D1F1191D-5EC4-40DF-9DB6-A6385AB88B55}" type="datetime1">
              <a:rPr lang="en-US" smtClean="0"/>
              <a:t>8/19/2025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453002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7C2C824-3E44-D93C-CE0D-441A10DAB07F}"/>
              </a:ext>
            </a:extLst>
          </p:cNvPr>
          <p:cNvCxnSpPr>
            <a:cxnSpLocks/>
          </p:cNvCxnSpPr>
          <p:nvPr/>
        </p:nvCxnSpPr>
        <p:spPr>
          <a:xfrm>
            <a:off x="0" y="645776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91732" y="0"/>
            <a:ext cx="4100267" cy="6858000"/>
          </a:xfrm>
          <a:blipFill>
            <a:blip r:embed="rId2" cstate="screen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88136" y="1554480"/>
            <a:ext cx="6400800" cy="47548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548640"/>
            <a:ext cx="6400800" cy="932688"/>
          </a:xfrm>
        </p:spPr>
        <p:txBody>
          <a:bodyPr anchor="t" anchorCtr="0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73194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453002"/>
            <a:ext cx="1622776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E468DAA-49F6-4492-82E6-75555EB31418}" type="datetime1">
              <a:rPr lang="en-US" smtClean="0"/>
              <a:t>8/19/2025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0E05320-D280-0DDC-5A3D-55FA53CC9690}"/>
              </a:ext>
            </a:extLst>
          </p:cNvPr>
          <p:cNvCxnSpPr>
            <a:cxnSpLocks/>
          </p:cNvCxnSpPr>
          <p:nvPr userDrawn="1"/>
        </p:nvCxnSpPr>
        <p:spPr>
          <a:xfrm>
            <a:off x="11387805" y="701041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11509" cy="6858000"/>
          </a:xfrm>
          <a:blipFill>
            <a:blip r:embed="rId2" cstate="screen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40880" y="2212975"/>
            <a:ext cx="4362450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0" y="584339"/>
            <a:ext cx="4297680" cy="1527048"/>
          </a:xfrm>
        </p:spPr>
        <p:txBody>
          <a:bodyPr anchor="t" anchorCtr="0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311124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8136" y="6453002"/>
            <a:ext cx="1005840" cy="365125"/>
          </a:xfrm>
        </p:spPr>
        <p:txBody>
          <a:bodyPr/>
          <a:lstStyle/>
          <a:p>
            <a:fld id="{41D22668-A3AE-429F-A351-A1583BA90793}" type="datetime1">
              <a:rPr lang="en-US" smtClean="0"/>
              <a:t>8/19/2025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64F26EF-3B60-EBB9-D4CC-E416D4E0BCCE}"/>
              </a:ext>
            </a:extLst>
          </p:cNvPr>
          <p:cNvCxnSpPr>
            <a:cxnSpLocks/>
          </p:cNvCxnSpPr>
          <p:nvPr userDrawn="1"/>
        </p:nvCxnSpPr>
        <p:spPr>
          <a:xfrm>
            <a:off x="0" y="645776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45480" y="0"/>
            <a:ext cx="6446520" cy="6858000"/>
          </a:xfrm>
          <a:blipFill>
            <a:blip r:embed="rId2" cstate="screen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88136" y="2212975"/>
            <a:ext cx="4360863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548640"/>
            <a:ext cx="4361688" cy="1527048"/>
          </a:xfrm>
        </p:spPr>
        <p:txBody>
          <a:bodyPr anchor="t" anchorCtr="0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252595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04491" y="6453002"/>
            <a:ext cx="177202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B3A2E2B-8F4D-437C-9F55-5E913AFC716A}" type="datetime1">
              <a:rPr lang="en-US" smtClean="0"/>
              <a:t>8/19/2025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3FFF24A-6C99-5C52-1A9E-398DAAC8D627}"/>
              </a:ext>
            </a:extLst>
          </p:cNvPr>
          <p:cNvCxnSpPr>
            <a:cxnSpLocks/>
          </p:cNvCxnSpPr>
          <p:nvPr/>
        </p:nvCxnSpPr>
        <p:spPr>
          <a:xfrm>
            <a:off x="11387805" y="457200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6492240" cy="6858000"/>
          </a:xfrm>
          <a:blipFill>
            <a:blip r:embed="rId2" cstate="screen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4888" y="1380744"/>
            <a:ext cx="4512601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553" y="320040"/>
            <a:ext cx="4522936" cy="932688"/>
          </a:xfr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492956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8136" y="6453002"/>
            <a:ext cx="1005840" cy="365125"/>
          </a:xfrm>
        </p:spPr>
        <p:txBody>
          <a:bodyPr/>
          <a:lstStyle/>
          <a:p>
            <a:fld id="{46C70014-48FC-4647-9615-BBD39F98887D}" type="datetime1">
              <a:rPr lang="en-US" smtClean="0"/>
              <a:t>8/19/2025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9BE6C7B-B23D-94FE-E3F3-A80680127208}"/>
              </a:ext>
            </a:extLst>
          </p:cNvPr>
          <p:cNvCxnSpPr>
            <a:cxnSpLocks/>
          </p:cNvCxnSpPr>
          <p:nvPr/>
        </p:nvCxnSpPr>
        <p:spPr>
          <a:xfrm>
            <a:off x="0" y="457200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0" y="0"/>
            <a:ext cx="6274279" cy="6858000"/>
          </a:xfrm>
          <a:blipFill>
            <a:blip r:embed="rId2" cstate="screen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88136" y="1380744"/>
            <a:ext cx="4572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320040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88301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212663" y="6453002"/>
            <a:ext cx="922372" cy="365125"/>
          </a:xfrm>
        </p:spPr>
        <p:txBody>
          <a:bodyPr/>
          <a:lstStyle/>
          <a:p>
            <a:fld id="{C089F4EF-3CDF-46D7-ADF4-3A52C84FD8BE}" type="datetime1">
              <a:rPr lang="en-US" smtClean="0"/>
              <a:t>8/19/2025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135035" y="6453002"/>
            <a:ext cx="2546891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91524CB-0A95-ECE6-FDBD-92F5801F67AF}"/>
              </a:ext>
            </a:extLst>
          </p:cNvPr>
          <p:cNvCxnSpPr>
            <a:cxnSpLocks/>
          </p:cNvCxnSpPr>
          <p:nvPr userDrawn="1"/>
        </p:nvCxnSpPr>
        <p:spPr>
          <a:xfrm>
            <a:off x="11387805" y="645776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584144" cy="6858000"/>
          </a:xfrm>
          <a:blipFill>
            <a:blip r:embed="rId2" cstate="screen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l="2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0" y="2212975"/>
            <a:ext cx="3401568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583413"/>
            <a:ext cx="3401568" cy="1527048"/>
          </a:xfrm>
        </p:spPr>
        <p:txBody>
          <a:bodyPr anchor="t" anchorCtr="0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75301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8136" y="6453002"/>
            <a:ext cx="731520" cy="365125"/>
          </a:xfrm>
        </p:spPr>
        <p:txBody>
          <a:bodyPr/>
          <a:lstStyle/>
          <a:p>
            <a:fld id="{E635C43F-DBB1-4D83-B442-E1529AA900C2}" type="datetime1">
              <a:rPr lang="en-US" smtClean="0"/>
              <a:t>8/19/2025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74520" y="6455664"/>
            <a:ext cx="18288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0426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8034AC6-D67E-1CDF-7062-5AA25E8DE089}"/>
              </a:ext>
            </a:extLst>
          </p:cNvPr>
          <p:cNvCxnSpPr>
            <a:cxnSpLocks/>
          </p:cNvCxnSpPr>
          <p:nvPr/>
        </p:nvCxnSpPr>
        <p:spPr>
          <a:xfrm>
            <a:off x="0" y="649224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0"/>
            <a:ext cx="7430219" cy="6858000"/>
          </a:xfrm>
          <a:blipFill>
            <a:blip r:embed="rId2" cstate="screen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88136" y="2212975"/>
            <a:ext cx="3401568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583413"/>
            <a:ext cx="3401568" cy="1527048"/>
          </a:xfrm>
        </p:spPr>
        <p:txBody>
          <a:bodyPr anchor="t" anchorCtr="0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859234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3102" y="6453002"/>
            <a:ext cx="100365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D13F81E-C5BD-4314-B9B9-AAE2702F29D2}" type="datetime1">
              <a:rPr lang="en-US" smtClean="0"/>
              <a:t>8/19/2025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46761" y="6453002"/>
            <a:ext cx="233516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70668EC-7C4A-E2C9-9B4E-461B96635B0F}"/>
              </a:ext>
            </a:extLst>
          </p:cNvPr>
          <p:cNvCxnSpPr>
            <a:cxnSpLocks/>
          </p:cNvCxnSpPr>
          <p:nvPr/>
        </p:nvCxnSpPr>
        <p:spPr>
          <a:xfrm>
            <a:off x="11387805" y="119586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781365" cy="6858000"/>
          </a:xfrm>
          <a:blipFill>
            <a:blip r:embed="rId2" cstate="screen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l="2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38160" y="3099816"/>
            <a:ext cx="3200400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0" y="1078992"/>
            <a:ext cx="3200400" cy="1942773"/>
          </a:xfrm>
        </p:spPr>
        <p:txBody>
          <a:bodyPr anchor="t" anchorCtr="0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989788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8C146-0A20-4029-98D5-9A42EEDF8B24}" type="datetime1">
              <a:rPr lang="en-US" smtClean="0"/>
              <a:t>8/19/2025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6308D8B-26D8-742E-6485-0E6D1184D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107705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635132"/>
          </a:xfrm>
          <a:blipFill>
            <a:blip r:embed="rId2" cstate="screen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l="2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387974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12A2F-57DF-45DA-A7E9-678FD33267B9}" type="datetime1">
              <a:rPr lang="en-US" smtClean="0"/>
              <a:t>8/19/2025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9AA66C5-FE79-8172-5991-B9E2580EA4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4254781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778270"/>
          </a:xfrm>
          <a:blipFill>
            <a:blip r:embed="rId2" cstate="screen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14800" y="4162318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787126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59778"/>
            <a:ext cx="3494314" cy="365125"/>
          </a:xfrm>
        </p:spPr>
        <p:txBody>
          <a:bodyPr/>
          <a:lstStyle/>
          <a:p>
            <a:fld id="{9128053F-E531-4885-B604-CF1A6DEEE405}" type="datetime1">
              <a:rPr lang="en-US" smtClean="0"/>
              <a:t>8/19/2025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59778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5977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079730"/>
            <a:ext cx="12192000" cy="3778270"/>
          </a:xfrm>
          <a:blipFill>
            <a:blip r:embed="rId2" cstate="screen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1088136"/>
            <a:ext cx="7772400" cy="1892808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6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73647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6791B-F730-470C-BD5E-FFF8D449589F}" type="datetime1">
              <a:rPr lang="en-US" smtClean="0"/>
              <a:t>8/19/2025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5" y="1828800"/>
            <a:ext cx="6446520" cy="4425696"/>
          </a:xfrm>
          <a:blipFill>
            <a:blip r:embed="rId2" cstate="screen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62088" y="1828800"/>
            <a:ext cx="4023360" cy="4428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03504"/>
            <a:ext cx="10972802" cy="970463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740241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3FE0C-303A-49D2-B22C-9FE8AE7D9EF1}" type="datetime1">
              <a:rPr lang="en-US" smtClean="0"/>
              <a:t>8/19/2025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489BE89-EA6C-3872-3192-502F1D8DD3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49224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88136" y="2290890"/>
            <a:ext cx="4672584" cy="4041648"/>
          </a:xfrm>
          <a:blipFill>
            <a:blip r:embed="rId2" cstate="screen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548639"/>
            <a:ext cx="4672584" cy="145389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56278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859A7-84EB-4384-87AF-59CC16704CF8}" type="datetime1">
              <a:rPr lang="en-US" smtClean="0"/>
              <a:t>8/19/2025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CAAA201-D652-2C16-88AF-7DCC4657B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664990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88136" y="2295144"/>
            <a:ext cx="3490176" cy="4041648"/>
          </a:xfrm>
          <a:blipFill>
            <a:blip r:embed="rId2" cstate="screen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550217"/>
            <a:ext cx="3657603" cy="145389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351450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ig Number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AD3D17-73C9-402C-91E7-BA73E6829C50}" type="datetime1">
              <a:rPr lang="en-US" smtClean="0"/>
              <a:pPr/>
              <a:t>8/19/2025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A84DB20-94E7-1E79-B65B-67C6158DB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000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0820" y="4572000"/>
            <a:ext cx="9930384" cy="1353312"/>
          </a:xfrm>
        </p:spPr>
        <p:txBody>
          <a:bodyPr anchor="b" anchorCtr="0">
            <a:normAutofit/>
          </a:bodyPr>
          <a:lstStyle>
            <a:lvl1pPr marL="0" indent="0" algn="r">
              <a:buNone/>
              <a:defRPr sz="2800" cap="none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88136" y="64008"/>
            <a:ext cx="10003068" cy="4334256"/>
          </a:xfrm>
        </p:spPr>
        <p:txBody>
          <a:bodyPr anchor="b" anchorCtr="0">
            <a:normAutofit/>
          </a:bodyPr>
          <a:lstStyle>
            <a:lvl1pPr algn="r">
              <a:defRPr sz="2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42448482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Numb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809744"/>
            <a:ext cx="7525512" cy="1545336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77A7CDD-9512-40CC-9351-FC0DE186CFBD}" type="datetime1">
              <a:rPr lang="en-US" smtClean="0"/>
              <a:pPr/>
              <a:t>8/19/2025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22960" y="603504"/>
            <a:ext cx="10543032" cy="4206240"/>
          </a:xfrm>
        </p:spPr>
        <p:txBody>
          <a:bodyPr anchor="b">
            <a:normAutofit/>
          </a:bodyPr>
          <a:lstStyle>
            <a:lvl1pPr algn="ctr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6106665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ig Number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88136" y="603504"/>
            <a:ext cx="10015728" cy="3694176"/>
          </a:xfrm>
        </p:spPr>
        <p:txBody>
          <a:bodyPr anchor="b" anchorCtr="0">
            <a:normAutofit/>
          </a:bodyPr>
          <a:lstStyle>
            <a:lvl1pPr algn="l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4297680"/>
            <a:ext cx="7525512" cy="1545336"/>
          </a:xfrm>
        </p:spPr>
        <p:txBody>
          <a:bodyPr anchor="b" anchorCtr="0">
            <a:normAutofit/>
          </a:bodyPr>
          <a:lstStyle>
            <a:lvl1pPr marL="0" indent="0" algn="r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3EFCC7-B7E8-4ABE-BBCB-C75FD27800CD}" type="datetime1">
              <a:rPr lang="en-US" smtClean="0"/>
              <a:t>8/19/2025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F3356AB-92B4-2E32-E065-92ED999EF1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468240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00F42ED-4F52-64D0-427B-A8B5EA4A6A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468240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82567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0A1F3-DA5D-4F2E-B759-748FF8D0ACA9}" type="datetime1">
              <a:rPr lang="en-US" smtClean="0"/>
              <a:t>8/19/2025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6C8E310-975A-20DE-3DE1-1E3550B37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82833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88136" y="603504"/>
            <a:ext cx="8266176" cy="5605272"/>
          </a:xfrm>
        </p:spPr>
        <p:txBody>
          <a:bodyPr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4800" b="1" cap="all" baseline="0"/>
            </a:lvl1pPr>
            <a:lvl2pPr marL="228600" indent="0">
              <a:lnSpc>
                <a:spcPct val="100000"/>
              </a:lnSpc>
              <a:buNone/>
              <a:defRPr sz="4400" b="1" cap="all" baseline="0"/>
            </a:lvl2pPr>
            <a:lvl3pPr marL="457200" indent="0">
              <a:lnSpc>
                <a:spcPct val="100000"/>
              </a:lnSpc>
              <a:buNone/>
              <a:defRPr sz="4000" b="1" cap="all" baseline="0"/>
            </a:lvl3pPr>
            <a:lvl4pPr marL="685800" indent="0">
              <a:lnSpc>
                <a:spcPct val="100000"/>
              </a:lnSpc>
              <a:buNone/>
              <a:defRPr sz="3600" b="1" cap="all" baseline="0"/>
            </a:lvl4pPr>
            <a:lvl5pPr marL="914400" indent="0">
              <a:lnSpc>
                <a:spcPct val="100000"/>
              </a:lnSpc>
              <a:buNone/>
              <a:defRPr sz="3200" b="1" cap="all" baseline="0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6864349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B1322-4C31-4D1F-88B1-5F79F56892AE}" type="datetime1">
              <a:rPr lang="en-US" smtClean="0"/>
              <a:t>8/19/2025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11BEEA6-BB3D-6FE2-25CB-47F170CF0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107705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88136" y="1160799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4800" b="1"/>
            </a:lvl1pPr>
            <a:lvl2pPr marL="228600" indent="0">
              <a:lnSpc>
                <a:spcPct val="100000"/>
              </a:lnSpc>
              <a:buNone/>
              <a:defRPr sz="4000" b="1"/>
            </a:lvl2pPr>
            <a:lvl3pPr marL="457200" indent="0">
              <a:lnSpc>
                <a:spcPct val="100000"/>
              </a:lnSpc>
              <a:buNone/>
              <a:defRPr sz="3600" b="1"/>
            </a:lvl3pPr>
            <a:lvl4pPr marL="685800" indent="0">
              <a:lnSpc>
                <a:spcPct val="100000"/>
              </a:lnSpc>
              <a:buNone/>
              <a:defRPr sz="3200" b="1"/>
            </a:lvl4pPr>
            <a:lvl5pPr marL="914400" indent="0">
              <a:lnSpc>
                <a:spcPct val="100000"/>
              </a:lnSpc>
              <a:buNone/>
              <a:defRPr sz="28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9334316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735E4-737B-43D4-B991-92C3D63DE68F}" type="datetime1">
              <a:rPr lang="en-US" smtClean="0"/>
              <a:t>8/19/2025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88136" y="914400"/>
            <a:ext cx="9418320" cy="5070068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807616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3035D-22A0-4334-A9AE-2457016C8B47}" type="datetime1">
              <a:rPr lang="en-US" smtClean="0"/>
              <a:t>8/19/2025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2949BEA-90AC-BE5F-28A7-80D65BD19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2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428752"/>
            <a:ext cx="9198864" cy="466344"/>
          </a:xfrm>
        </p:spPr>
        <p:txBody>
          <a:bodyPr anchor="ctr">
            <a:normAutofit/>
          </a:bodyPr>
          <a:lstStyle>
            <a:lvl1pPr marL="0" indent="0" algn="r">
              <a:buNone/>
              <a:defRPr sz="20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Quote Author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188720"/>
            <a:ext cx="9198864" cy="3657600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5400" b="1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Quote</a:t>
            </a:r>
          </a:p>
        </p:txBody>
      </p:sp>
    </p:spTree>
    <p:extLst>
      <p:ext uri="{BB962C8B-B14F-4D97-AF65-F5344CB8AC3E}">
        <p14:creationId xmlns:p14="http://schemas.microsoft.com/office/powerpoint/2010/main" val="21064856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D63035D-22A0-4334-A9AE-2457016C8B47}" type="datetime1">
              <a:rPr lang="en-US" smtClean="0"/>
              <a:pPr/>
              <a:t>8/19/2025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428752"/>
            <a:ext cx="9198864" cy="466344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Quote Author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188720"/>
            <a:ext cx="9198864" cy="3657600"/>
          </a:xfrm>
        </p:spPr>
        <p:txBody>
          <a:bodyPr anchor="t" anchorCtr="0">
            <a:normAutofit/>
          </a:bodyPr>
          <a:lstStyle>
            <a:lvl1pPr algn="l">
              <a:lnSpc>
                <a:spcPct val="100000"/>
              </a:lnSpc>
              <a:defRPr sz="4800" b="1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Quote</a:t>
            </a:r>
          </a:p>
        </p:txBody>
      </p:sp>
    </p:spTree>
    <p:extLst>
      <p:ext uri="{BB962C8B-B14F-4D97-AF65-F5344CB8AC3E}">
        <p14:creationId xmlns:p14="http://schemas.microsoft.com/office/powerpoint/2010/main" val="21141949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47CA6-BC1D-429A-A289-4E939E49554A}" type="datetime1">
              <a:rPr lang="en-US" smtClean="0"/>
              <a:t>8/19/2025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F8509F-2652-8D73-2320-6F2440E44F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387805" y="5726865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6568" y="5431536"/>
            <a:ext cx="9198864" cy="466344"/>
          </a:xfrm>
        </p:spPr>
        <p:txBody>
          <a:bodyPr anchor="ctr">
            <a:normAutofit/>
          </a:bodyPr>
          <a:lstStyle>
            <a:lvl1pPr marL="0" indent="0" algn="r">
              <a:buNone/>
              <a:defRPr sz="20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Quote Author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6568" y="1188720"/>
            <a:ext cx="9198864" cy="3291840"/>
          </a:xfrm>
        </p:spPr>
        <p:txBody>
          <a:bodyPr anchor="ctr" anchorCtr="0">
            <a:normAutofit/>
          </a:bodyPr>
          <a:lstStyle>
            <a:lvl1pPr algn="ctr">
              <a:lnSpc>
                <a:spcPct val="100000"/>
              </a:lnSpc>
              <a:defRPr sz="4800" b="1" cap="all" baseline="0"/>
            </a:lvl1pPr>
          </a:lstStyle>
          <a:p>
            <a:r>
              <a:rPr lang="en-US" dirty="0"/>
              <a:t>Click to edit Quote</a:t>
            </a:r>
          </a:p>
        </p:txBody>
      </p:sp>
    </p:spTree>
    <p:extLst>
      <p:ext uri="{BB962C8B-B14F-4D97-AF65-F5344CB8AC3E}">
        <p14:creationId xmlns:p14="http://schemas.microsoft.com/office/powerpoint/2010/main" val="16701158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F8418BD-2BA9-41CB-AB89-625779A7563D}" type="datetime1">
              <a:rPr lang="en-US" smtClean="0"/>
              <a:pPr/>
              <a:t>8/19/2025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88136" y="5669280"/>
            <a:ext cx="8961120" cy="466344"/>
          </a:xfrm>
        </p:spPr>
        <p:txBody>
          <a:bodyPr anchor="ctr">
            <a:normAutofit/>
          </a:bodyPr>
          <a:lstStyle>
            <a:lvl1pPr marL="0" indent="0" algn="l">
              <a:buNone/>
              <a:defRPr sz="22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Quote Author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88136" y="1088136"/>
            <a:ext cx="8961120" cy="3169920"/>
          </a:xfrm>
        </p:spPr>
        <p:txBody>
          <a:bodyPr anchor="t" anchorCtr="0">
            <a:normAutofit/>
          </a:bodyPr>
          <a:lstStyle>
            <a:lvl1pPr algn="l">
              <a:lnSpc>
                <a:spcPct val="100000"/>
              </a:lnSpc>
              <a:defRPr sz="4800" b="1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Quote</a:t>
            </a:r>
          </a:p>
        </p:txBody>
      </p:sp>
    </p:spTree>
    <p:extLst>
      <p:ext uri="{BB962C8B-B14F-4D97-AF65-F5344CB8AC3E}">
        <p14:creationId xmlns:p14="http://schemas.microsoft.com/office/powerpoint/2010/main" val="8597492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EFAAA-1B70-42AA-ADCC-F49B58132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t>8/19/2025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C7B6CC-1C13-4F34-AC86-CCD442C8C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F1B638-9061-41AD-AF47-73A4AF8B7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BE994E-BAB7-43DC-A0E4-C779CF2A33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0940" y="2701254"/>
            <a:ext cx="3785860" cy="316773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A3E63-EB15-4D82-BF2B-36BB030C43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4500" y="922689"/>
            <a:ext cx="5486002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A1DD4B-5676-477E-8C52-4C1CF160F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094448"/>
            <a:ext cx="3785860" cy="1554362"/>
          </a:xfrm>
        </p:spPr>
        <p:txBody>
          <a:bodyPr anchor="t">
            <a:noAutofit/>
          </a:bodyPr>
          <a:lstStyle>
            <a:lvl1pPr>
              <a:defRPr sz="400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02301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55A58-F085-4500-AF61-045B12C8F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t>8/19/2025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936470-561D-49AE-AC84-B79D483FD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EF2BE2-DF21-4683-9D5F-849A525FD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14A903-97C7-4349-B8CE-1BBED1942E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24500" y="1143000"/>
            <a:ext cx="5486400" cy="4572000"/>
          </a:xfrm>
          <a:blipFill>
            <a:blip r:embed="rId2" cstate="screen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0A9F58-4AEB-4286-98F7-3C77AA913B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0940" y="2697480"/>
            <a:ext cx="3785860" cy="309342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CF3C43-1676-4A29-83F9-D788ED2E7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097280"/>
            <a:ext cx="3785860" cy="1559740"/>
          </a:xfrm>
        </p:spPr>
        <p:txBody>
          <a:bodyPr anchor="t">
            <a:noAutofit/>
          </a:bodyPr>
          <a:lstStyle>
            <a:lvl1pPr>
              <a:defRPr sz="400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402733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F5A02-0FC4-41C8-A13C-4C929B288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t>8/19/2025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59378-C430-49DB-B2D6-E32FBBCD4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9D57D-CB8E-4E67-AE2D-2790E2AA6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26E227-253A-44A0-9404-1CFD8CE419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D6C900-05BC-4021-B69F-2DAF974B7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384535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B3EA1-DD0C-4B8D-8364-52024B4530F1}" type="datetime1">
              <a:rPr lang="en-US" smtClean="0"/>
              <a:t>8/19/2025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1088136"/>
            <a:ext cx="6440258" cy="5220588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88136" y="2845641"/>
            <a:ext cx="3595634" cy="345874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6"/>
            <a:ext cx="3595634" cy="1757505"/>
          </a:xfrm>
        </p:spPr>
        <p:txBody>
          <a:bodyPr anchor="t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061571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7344-9CC7-412D-8C20-072BE86D5A11}" type="datetime1">
              <a:rPr lang="en-US" smtClean="0"/>
              <a:t>8/19/2025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1088136"/>
            <a:ext cx="6519080" cy="5248655"/>
          </a:xfrm>
          <a:blipFill>
            <a:blip r:embed="rId2" cstate="screen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88136" y="3300449"/>
            <a:ext cx="3585586" cy="2960326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6"/>
            <a:ext cx="3595634" cy="2212313"/>
          </a:xfrm>
        </p:spPr>
        <p:txBody>
          <a:bodyPr anchor="t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964399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987AA-E4E6-4FC1-BAD8-09A952212C58}" type="datetime1">
              <a:rPr lang="en-US" smtClean="0"/>
              <a:t>8/19/2025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6" y="2743200"/>
            <a:ext cx="10015728" cy="27432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6"/>
            <a:ext cx="7342307" cy="1133856"/>
          </a:xfrm>
        </p:spPr>
        <p:txBody>
          <a:bodyPr anchor="t" anchorCtr="0">
            <a:noAutofit/>
          </a:bodyPr>
          <a:lstStyle>
            <a:lvl1pPr>
              <a:defRPr sz="60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03340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CF65F-0E21-48DE-8D75-4BF66A547E8E}" type="datetime1">
              <a:rPr lang="en-US" smtClean="0"/>
              <a:t>8/19/2025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88136" y="3383280"/>
            <a:ext cx="8430639" cy="1279615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  <a:lvl2pPr marL="228600" indent="0">
              <a:buNone/>
              <a:defRPr sz="2000"/>
            </a:lvl2pPr>
            <a:lvl3pPr marL="457200" indent="0">
              <a:buNone/>
              <a:defRPr sz="1800"/>
            </a:lvl3pPr>
            <a:lvl4pPr marL="685800" indent="0">
              <a:buNone/>
              <a:defRPr sz="16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6"/>
            <a:ext cx="8430767" cy="1842020"/>
          </a:xfrm>
        </p:spPr>
        <p:txBody>
          <a:bodyPr anchor="t" anchorCtr="0">
            <a:noAutofit/>
          </a:bodyPr>
          <a:lstStyle>
            <a:lvl1pPr>
              <a:defRPr sz="60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1013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418C15-991C-4C71-8DCD-DB3B38888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t>8/19/2025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728CC3-5830-4EFA-B28E-1648904DE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A91B6-E419-4483-9B66-3C758788B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E447C6A-78C3-4687-9A71-A05DBF6700DE}"/>
              </a:ext>
            </a:extLst>
          </p:cNvPr>
          <p:cNvCxnSpPr>
            <a:cxnSpLocks/>
          </p:cNvCxnSpPr>
          <p:nvPr/>
        </p:nvCxnSpPr>
        <p:spPr>
          <a:xfrm>
            <a:off x="11387805" y="1185205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FDB721-04AA-4330-8045-3F2D9BB4BC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091381"/>
            <a:ext cx="8265340" cy="49533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2CF945-D70F-49C1-8CE5-5758C11660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82100" y="1091381"/>
            <a:ext cx="2171700" cy="49533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474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D8F5E9F-8F61-B124-73DA-520132A33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4438DC-3CEE-4170-9B1C-BAC05CD8C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5"/>
            <a:ext cx="9922764" cy="12942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19D24-DCBE-47F9-8B85-8A118B02B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8136" y="2447778"/>
            <a:ext cx="9922764" cy="3838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F5788-BDCE-49E2-80AE-31C739C6A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15200" y="6389688"/>
            <a:ext cx="36953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2ABAD28B-DD56-4B56-883A-96608C765E28}" type="datetimeFigureOut">
              <a:rPr lang="en-US" smtClean="0"/>
              <a:t>8/19/2025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D5844-8163-4D82-BEFC-BC2D8D511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0940" y="6389688"/>
            <a:ext cx="44335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98A50-C435-4220-82C6-C8D62A7C9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3190" y="6389688"/>
            <a:ext cx="9402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7DF5BAF5-ABAB-4575-8E56-D109A3D17F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86F9819-4359-CBB9-DECC-CB141827F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9869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  <p:sldLayoutId id="2147483739" r:id="rId14"/>
    <p:sldLayoutId id="2147483740" r:id="rId15"/>
    <p:sldLayoutId id="2147483741" r:id="rId16"/>
    <p:sldLayoutId id="2147483742" r:id="rId17"/>
    <p:sldLayoutId id="2147483743" r:id="rId18"/>
    <p:sldLayoutId id="2147483788" r:id="rId19"/>
    <p:sldLayoutId id="2147483744" r:id="rId20"/>
    <p:sldLayoutId id="2147483745" r:id="rId21"/>
    <p:sldLayoutId id="2147483746" r:id="rId22"/>
    <p:sldLayoutId id="2147483747" r:id="rId23"/>
    <p:sldLayoutId id="2147483748" r:id="rId24"/>
    <p:sldLayoutId id="2147483749" r:id="rId25"/>
    <p:sldLayoutId id="2147483750" r:id="rId26"/>
    <p:sldLayoutId id="2147483751" r:id="rId27"/>
    <p:sldLayoutId id="2147483752" r:id="rId28"/>
    <p:sldLayoutId id="2147483753" r:id="rId29"/>
    <p:sldLayoutId id="2147483754" r:id="rId30"/>
    <p:sldLayoutId id="2147483755" r:id="rId31"/>
    <p:sldLayoutId id="2147483756" r:id="rId32"/>
    <p:sldLayoutId id="2147483757" r:id="rId33"/>
    <p:sldLayoutId id="2147483758" r:id="rId34"/>
    <p:sldLayoutId id="2147483759" r:id="rId35"/>
    <p:sldLayoutId id="2147483760" r:id="rId36"/>
    <p:sldLayoutId id="2147483761" r:id="rId37"/>
    <p:sldLayoutId id="2147483762" r:id="rId38"/>
    <p:sldLayoutId id="2147483763" r:id="rId39"/>
    <p:sldLayoutId id="2147483764" r:id="rId40"/>
    <p:sldLayoutId id="2147483765" r:id="rId41"/>
    <p:sldLayoutId id="2147483766" r:id="rId42"/>
    <p:sldLayoutId id="2147483767" r:id="rId43"/>
    <p:sldLayoutId id="2147483768" r:id="rId44"/>
    <p:sldLayoutId id="2147483769" r:id="rId45"/>
    <p:sldLayoutId id="2147483770" r:id="rId46"/>
    <p:sldLayoutId id="2147483771" r:id="rId47"/>
    <p:sldLayoutId id="2147483772" r:id="rId48"/>
    <p:sldLayoutId id="2147483773" r:id="rId49"/>
    <p:sldLayoutId id="2147483774" r:id="rId50"/>
    <p:sldLayoutId id="2147483775" r:id="rId51"/>
    <p:sldLayoutId id="2147483776" r:id="rId52"/>
    <p:sldLayoutId id="2147483777" r:id="rId53"/>
    <p:sldLayoutId id="2147483778" r:id="rId54"/>
    <p:sldLayoutId id="2147483780" r:id="rId55"/>
    <p:sldLayoutId id="2147483781" r:id="rId56"/>
    <p:sldLayoutId id="2147483782" r:id="rId57"/>
    <p:sldLayoutId id="2147483783" r:id="rId58"/>
    <p:sldLayoutId id="2147483784" r:id="rId59"/>
    <p:sldLayoutId id="2147483785" r:id="rId60"/>
    <p:sldLayoutId id="2147483786" r:id="rId61"/>
    <p:sldLayoutId id="2147483787" r:id="rId6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30000"/>
        </a:lnSpc>
        <a:spcBef>
          <a:spcPts val="1000"/>
        </a:spcBef>
        <a:buFont typeface="Neue Haas Grotesk Text Pro" panose="020B05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30000"/>
        </a:lnSpc>
        <a:spcBef>
          <a:spcPts val="500"/>
        </a:spcBef>
        <a:buFont typeface="Neue Haas Grotesk Text Pro" panose="020B0504020202020204" pitchFamily="34" charset="0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30000"/>
        </a:lnSpc>
        <a:spcBef>
          <a:spcPts val="50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30000"/>
        </a:lnSpc>
        <a:spcBef>
          <a:spcPts val="500"/>
        </a:spcBef>
        <a:buFont typeface="Neue Haas Grotesk Text Pro" panose="020B0504020202020204" pitchFamily="34" charset="0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28600" algn="l" defTabSz="914400" rtl="0" eaLnBrk="1" latinLnBrk="0" hangingPunct="1">
        <a:lnSpc>
          <a:spcPct val="130000"/>
        </a:lnSpc>
        <a:spcBef>
          <a:spcPts val="500"/>
        </a:spcBef>
        <a:buFont typeface="Neue Haas Grotesk Text Pro" panose="020B0504020202020204" pitchFamily="34" charset="0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pos="744">
          <p15:clr>
            <a:srgbClr val="F26B43"/>
          </p15:clr>
        </p15:guide>
        <p15:guide id="6" pos="360">
          <p15:clr>
            <a:srgbClr val="F26B43"/>
          </p15:clr>
        </p15:guide>
        <p15:guide id="8" pos="6936">
          <p15:clr>
            <a:srgbClr val="F26B43"/>
          </p15:clr>
        </p15:guide>
        <p15:guide id="10" orient="horz" pos="720">
          <p15:clr>
            <a:srgbClr val="F26B43"/>
          </p15:clr>
        </p15:guide>
        <p15:guide id="14" pos="6528">
          <p15:clr>
            <a:srgbClr val="F26B43"/>
          </p15:clr>
        </p15:guide>
        <p15:guide id="22" orient="horz" pos="3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8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20000"/>
                <a:lumOff val="80000"/>
              </a:schemeClr>
            </a:gs>
            <a:gs pos="75000">
              <a:schemeClr val="bg1">
                <a:lumMod val="75000"/>
              </a:schemeClr>
            </a:gs>
            <a:gs pos="100000">
              <a:schemeClr val="bg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A6FA40CE-4381-A103-C437-9D2EFAE857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3190" y="1088136"/>
            <a:ext cx="3693565" cy="5220588"/>
          </a:xfr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50000"/>
              </a:prstClr>
            </a:outerShdw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DCCDBE-562D-7357-0474-2883F5EC23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88135" y="1969058"/>
            <a:ext cx="6405969" cy="4339666"/>
          </a:xfrm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GB" u="sng" dirty="0"/>
              <a:t>Background: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Most word order generalizations rely on written corpora, overlooking</a:t>
            </a:r>
            <a:r>
              <a:rPr lang="en-US" b="1" dirty="0"/>
              <a:t> </a:t>
            </a:r>
            <a:r>
              <a:rPr lang="en-US" dirty="0"/>
              <a:t>speech.</a:t>
            </a:r>
            <a:endParaRPr lang="en-GB" dirty="0"/>
          </a:p>
          <a:p>
            <a:pPr>
              <a:lnSpc>
                <a:spcPct val="100000"/>
              </a:lnSpc>
            </a:pPr>
            <a:r>
              <a:rPr lang="en-US" u="sng" dirty="0"/>
              <a:t>Objective</a:t>
            </a:r>
            <a:r>
              <a:rPr lang="en-GB" u="sng" dirty="0"/>
              <a:t>: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Compare </a:t>
            </a:r>
            <a:r>
              <a:rPr lang="en-US" b="1" dirty="0"/>
              <a:t>SVO orders</a:t>
            </a:r>
            <a:r>
              <a:rPr lang="en-US" dirty="0"/>
              <a:t> in </a:t>
            </a:r>
            <a:r>
              <a:rPr lang="en-US" b="1" dirty="0"/>
              <a:t>spoken vs. written UD treebanks</a:t>
            </a:r>
            <a:r>
              <a:rPr lang="en-US" dirty="0"/>
              <a:t> across five languages (English, French, Spanish, Slovenian, Nynorsk).</a:t>
            </a:r>
            <a:endParaRPr lang="en-GB" u="sng" dirty="0"/>
          </a:p>
          <a:p>
            <a:pPr>
              <a:lnSpc>
                <a:spcPct val="100000"/>
              </a:lnSpc>
            </a:pPr>
            <a:r>
              <a:rPr lang="en-GB" u="sng" dirty="0"/>
              <a:t>Key </a:t>
            </a:r>
            <a:r>
              <a:rPr lang="en-US" u="sng" dirty="0"/>
              <a:t>Observations</a:t>
            </a:r>
            <a:r>
              <a:rPr lang="en-GB" u="sng" dirty="0"/>
              <a:t>: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Word order differs by modality.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Greater flexibility in speech, SVO less dominant.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Variation differs across languages.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75C905A-116A-CEA9-8717-CBA97EC48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5" y="1088136"/>
            <a:ext cx="6555055" cy="641273"/>
          </a:xfrm>
        </p:spPr>
        <p:txBody>
          <a:bodyPr anchor="t">
            <a:normAutofit/>
          </a:bodyPr>
          <a:lstStyle/>
          <a:p>
            <a:r>
              <a:rPr lang="en-US" sz="1900" dirty="0"/>
              <a:t>Word Order Variation in Spoken and Written Corpora</a:t>
            </a:r>
            <a:br>
              <a:rPr lang="en-US" sz="1900" dirty="0"/>
            </a:br>
            <a:r>
              <a:rPr lang="en-US" sz="1900" b="0" dirty="0"/>
              <a:t>A Cross-Linguistic Study of SVO and Alternative Orders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5B766D-180C-5B89-F677-F93465A6FC8F}"/>
              </a:ext>
            </a:extLst>
          </p:cNvPr>
          <p:cNvSpPr txBox="1"/>
          <p:nvPr/>
        </p:nvSpPr>
        <p:spPr>
          <a:xfrm>
            <a:off x="1088135" y="571488"/>
            <a:ext cx="21222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Nives Hüll, Kaja </a:t>
            </a:r>
            <a:r>
              <a:rPr lang="en-US" sz="1200" dirty="0" err="1"/>
              <a:t>Dobrovoljc</a:t>
            </a:r>
            <a:endParaRPr lang="en-US" sz="1200" dirty="0"/>
          </a:p>
        </p:txBody>
      </p:sp>
      <p:pic>
        <p:nvPicPr>
          <p:cNvPr id="12" name="Picture 2" descr="Natural language server @ E8 JSI">
            <a:extLst>
              <a:ext uri="{FF2B5EF4-FFF2-40B4-BE49-F238E27FC236}">
                <a16:creationId xmlns:a16="http://schemas.microsoft.com/office/drawing/2014/main" id="{57F5B034-4B09-49F9-834E-3B3CBC92F2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7740" y="626878"/>
            <a:ext cx="549015" cy="252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University of Ljubljana - The Guild">
            <a:extLst>
              <a:ext uri="{FF2B5EF4-FFF2-40B4-BE49-F238E27FC236}">
                <a16:creationId xmlns:a16="http://schemas.microsoft.com/office/drawing/2014/main" id="{E1A3EA25-8EB0-2EF0-A538-86DD6FEADA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2825" y="396531"/>
            <a:ext cx="1265278" cy="691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486894"/>
      </p:ext>
    </p:extLst>
  </p:cSld>
  <p:clrMapOvr>
    <a:masterClrMapping/>
  </p:clrMapOvr>
</p:sld>
</file>

<file path=ppt/theme/theme1.xml><?xml version="1.0" encoding="utf-8"?>
<a:theme xmlns:a="http://schemas.openxmlformats.org/drawingml/2006/main" name="Bjorn Showcase">
  <a:themeElements>
    <a:clrScheme name="Bjorn">
      <a:dk1>
        <a:sysClr val="windowText" lastClr="000000"/>
      </a:dk1>
      <a:lt1>
        <a:sysClr val="window" lastClr="FFFFFF"/>
      </a:lt1>
      <a:dk2>
        <a:srgbClr val="252747"/>
      </a:dk2>
      <a:lt2>
        <a:srgbClr val="ECE4E9"/>
      </a:lt2>
      <a:accent1>
        <a:srgbClr val="736EB6"/>
      </a:accent1>
      <a:accent2>
        <a:srgbClr val="AB5991"/>
      </a:accent2>
      <a:accent3>
        <a:srgbClr val="AC9F39"/>
      </a:accent3>
      <a:accent4>
        <a:srgbClr val="756029"/>
      </a:accent4>
      <a:accent5>
        <a:srgbClr val="E87850"/>
      </a:accent5>
      <a:accent6>
        <a:srgbClr val="C6922A"/>
      </a:accent6>
      <a:hlink>
        <a:srgbClr val="736EB6"/>
      </a:hlink>
      <a:folHlink>
        <a:srgbClr val="AB5991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jorn Showcase_win32_EF_v7" id="{6F1A2123-933E-4821-BABA-C25B36A9C821}" vid="{CA20EF57-394B-4941-B950-E17669DF955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39A1562-907F-411C-9A3E-1BBED8FF3BD0}">
  <ds:schemaRefs>
    <ds:schemaRef ds:uri="http://www.w3.org/XML/1998/namespace"/>
    <ds:schemaRef ds:uri="71af3243-3dd4-4a8d-8c0d-dd76da1f02a5"/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schemas.microsoft.com/sharepoint/v3"/>
    <ds:schemaRef ds:uri="http://purl.org/dc/elements/1.1/"/>
    <ds:schemaRef ds:uri="http://schemas.microsoft.com/office/infopath/2007/PartnerControls"/>
    <ds:schemaRef ds:uri="230e9df3-be65-4c73-a93b-d1236ebd677e"/>
    <ds:schemaRef ds:uri="16c05727-aa75-4e4a-9b5f-8a80a1165891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893DDEE3-ADDD-41D8-901C-7A9227E7ED5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F91EBED-3067-4311-88C0-93D13B4755E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Bjorn design</Template>
  <TotalTime>1388</TotalTime>
  <Words>85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Neue Haas Grotesk Text Pro</vt:lpstr>
      <vt:lpstr>System Font Regular</vt:lpstr>
      <vt:lpstr>Bjorn Showcase</vt:lpstr>
      <vt:lpstr>Word Order Variation in Spoken and Written Corpora A Cross-Linguistic Study of SVO and Alternative Orders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Nives Hüll</dc:creator>
  <cp:lastModifiedBy>Nives Hüll</cp:lastModifiedBy>
  <cp:revision>1</cp:revision>
  <dcterms:created xsi:type="dcterms:W3CDTF">2025-08-19T12:18:27Z</dcterms:created>
  <dcterms:modified xsi:type="dcterms:W3CDTF">2025-08-20T11:27:23Z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